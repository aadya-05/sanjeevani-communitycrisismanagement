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sldIdLst>
    <p:sldId id="256" r:id="rId5"/>
    <p:sldId id="257" r:id="rId6"/>
    <p:sldId id="258" r:id="rId7"/>
    <p:sldId id="259" r:id="rId8"/>
    <p:sldId id="267" r:id="rId9"/>
    <p:sldId id="275" r:id="rId10"/>
    <p:sldId id="270" r:id="rId11"/>
    <p:sldId id="289" r:id="rId12"/>
    <p:sldId id="290" r:id="rId13"/>
    <p:sldId id="272" r:id="rId14"/>
    <p:sldId id="265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2" autoAdjust="0"/>
    <p:restoredTop sz="94660" autoAdjust="0"/>
  </p:normalViewPr>
  <p:slideViewPr>
    <p:cSldViewPr snapToGrid="0" showGuides="1">
      <p:cViewPr>
        <p:scale>
          <a:sx n="81" d="100"/>
          <a:sy n="81" d="100"/>
        </p:scale>
        <p:origin x="-3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19B4C-8463-4D9E-87F2-7C963D3C0EEC}" type="datetimeFigureOut">
              <a:rPr lang="en-IN" smtClean="0"/>
              <a:pPr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597C1-BB5B-4FB7-A7C5-DC85E227BCB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19B4C-8463-4D9E-87F2-7C963D3C0EEC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22-07-2024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597C1-BB5B-4FB7-A7C5-DC85E227BCB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B27C9-AE01-4BEA-9160-306491FC359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F57F5-F6EE-46B3-8489-01C2DD6AA30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9935" y="131212"/>
            <a:ext cx="1084099" cy="12686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60555" y="131212"/>
            <a:ext cx="78240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Vidyavardhaka College of</a:t>
            </a:r>
            <a:r>
              <a:rPr lang="en-US" sz="2800" b="1" i="0" u="none" strike="noStrike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 Engineering, Mysuru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7992" y="577889"/>
            <a:ext cx="537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Autonomous Institute, Affiliated to VTU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Accredited by NBA | NAAC with ‘A’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1437" y="4669321"/>
            <a:ext cx="2674962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Under the Guidance of</a:t>
            </a:r>
          </a:p>
          <a:p>
            <a:pPr algn="ctr"/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Dr. N SANDHYA RANI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Department of 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Physics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VVCE,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Mysuru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227832" y="6485938"/>
            <a:ext cx="9736337" cy="365125"/>
          </a:xfrm>
        </p:spPr>
        <p:txBody>
          <a:bodyPr/>
          <a:lstStyle/>
          <a:p>
            <a:r>
              <a:rPr lang="en-US" dirty="0"/>
              <a:t>Our Vision: “VVCE shall be a leading Institution in engineering and management education enabling individuals for significant contribution to the society”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4797" y="1409254"/>
            <a:ext cx="82943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Social Innovation Lab [BSOIK208]</a:t>
            </a:r>
            <a:endParaRPr lang="en-IN" sz="2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algn="ctr"/>
            <a:r>
              <a:rPr lang="en-US" sz="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Academic Year 2023-2024</a:t>
            </a:r>
            <a:endParaRPr lang="en-IN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5030" y="2533015"/>
            <a:ext cx="7901305" cy="11156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Project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Presentation </a:t>
            </a:r>
            <a:r>
              <a:rPr lang="en-US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“RESILIENCE HUB : A CrowdSourced Crisis Management Platform”</a:t>
            </a:r>
            <a:endParaRPr lang="en-IN" sz="2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6730" y="3870960"/>
            <a:ext cx="6097905" cy="22434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Presented by</a:t>
            </a:r>
            <a:endParaRPr lang="en-IN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Aadya.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M.Bhat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[4VV23CS001]</a:t>
            </a:r>
          </a:p>
          <a:p>
            <a:pPr algn="ctr"/>
            <a:r>
              <a:rPr lang="en-US" sz="1800" b="1" dirty="0" err="1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Abhishek.N</a:t>
            </a:r>
            <a:r>
              <a:rPr lang="en-US" sz="1800" b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[4VV23CS004]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Abu </a:t>
            </a: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Safwan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[4VV23CS006]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Akshay Sujan[4VV23CS016]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Ananya M S[4VV23CS020]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Afreen[4VV23CS012]</a:t>
            </a:r>
          </a:p>
          <a:p>
            <a:pPr algn="ctr"/>
            <a:endParaRPr lang="en-US" altLang="en-IN" sz="18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6927" y="226136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55495" y="1294130"/>
          <a:ext cx="8128000" cy="4666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210"/>
                <a:gridCol w="6701790"/>
              </a:tblGrid>
              <a:tr h="5092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CRISIS MANAGEMENT :  WHAT AND WHY?</a:t>
                      </a:r>
                    </a:p>
                  </a:txBody>
                  <a:tcPr/>
                </a:tc>
              </a:tr>
              <a:tr h="8070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RESILIENCE HUB : A CROWDSOURCED CRISIS MANAGEMENT PLATFORM</a:t>
                      </a:r>
                      <a:endParaRPr lang="en-US" dirty="0"/>
                    </a:p>
                  </a:txBody>
                  <a:tcPr/>
                </a:tc>
              </a:tr>
              <a:tr h="4635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OBJECTIVES AND KEY FEATURES</a:t>
                      </a:r>
                      <a:endParaRPr lang="en-US" dirty="0"/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USER INTERFACE</a:t>
                      </a:r>
                      <a:endParaRPr lang="en-US" dirty="0"/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APPLICATIONS</a:t>
                      </a:r>
                      <a:endParaRPr lang="en-US" dirty="0"/>
                    </a:p>
                  </a:txBody>
                  <a:tcPr/>
                </a:tc>
              </a:tr>
              <a:tr h="464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CHALLENGES ASSOCIATED</a:t>
                      </a:r>
                      <a:endParaRPr lang="en-US" dirty="0"/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ym typeface="+mn-ea"/>
                        </a:rPr>
                        <a:t>FUTURE SCOPE AND DEVELOPMENT</a:t>
                      </a:r>
                      <a:endParaRPr lang="en-US" dirty="0"/>
                    </a:p>
                  </a:txBody>
                  <a:tcPr/>
                </a:tc>
              </a:tr>
              <a:tr h="5092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08.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CONCLUSION AND REFERENCE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68220" y="286385"/>
            <a:ext cx="76555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altLang="en-IN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CRISIS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4430" y="1464945"/>
            <a:ext cx="9892665" cy="4482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CRISIS MANAGEMENT : Handling unforeseen events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Proactive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Response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Recovery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Business 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Learning &amp;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77330" y="2790825"/>
            <a:ext cx="3923030" cy="3156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4738" y="380846"/>
            <a:ext cx="1022252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altLang="en-IN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CRISIS MANAGEMENT?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277001"/>
            <a:ext cx="64120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öhne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334327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  <a:cs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04092" y="2636560"/>
            <a:ext cx="10070123" cy="2768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152400"/>
            <a:ext cx="334327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  <a:cs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84885" y="1713230"/>
            <a:ext cx="10062210" cy="415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Preparedness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Risk Mitigation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Response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Resource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Reputation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Lives and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Business 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Community Resilience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2760" y="1904365"/>
            <a:ext cx="5972810" cy="3630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248410" y="434340"/>
            <a:ext cx="9674225" cy="1176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>
                <a:latin typeface="Cambria" panose="02040503050406030204" pitchFamily="18" charset="0"/>
                <a:cs typeface="Cambria" panose="02040503050406030204" pitchFamily="18" charset="0"/>
              </a:rPr>
              <a:t>RESILIENCE HUB : A CROWDSOURCED CRISIS MANAGEGEMENT PLATFORM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2108835"/>
            <a:ext cx="10115550" cy="3588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Overview: Centralized hub for crisis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Purpose: Address challenges in crisis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Functionality: Real-time updates and collaborative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User-Friendly Interface: Intuitive design for easy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Mission: Enhance preparedness and community safety.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3"/>
          <a:srcRect l="15388" t="10425" b="5802"/>
          <a:stretch>
            <a:fillRect/>
          </a:stretch>
        </p:blipFill>
        <p:spPr>
          <a:xfrm>
            <a:off x="9236075" y="5143500"/>
            <a:ext cx="2611755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44245" y="1236345"/>
            <a:ext cx="10271760" cy="4166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Address crisis challenges.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Improve preparedness.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Enhance community safety.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Real-time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Resource coordination.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Collaborative tools for safety tips and emergency contacts.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2184400" y="403860"/>
            <a:ext cx="819213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000" b="1">
                <a:latin typeface="Cambria" panose="02040503050406030204" pitchFamily="18" charset="0"/>
                <a:cs typeface="Cambria" panose="02040503050406030204" pitchFamily="18" charset="0"/>
              </a:rPr>
              <a:t>OBJECTIVES AND KEY FEATURES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595" y="5028565"/>
            <a:ext cx="4549140" cy="127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6927" y="251893"/>
            <a:ext cx="609814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altLang="en-IN" sz="40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USER INTERFACE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5065" y="1067435"/>
            <a:ext cx="10001250" cy="4987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User-friendly navigation and Intuitive design.</a:t>
            </a:r>
          </a:p>
        </p:txBody>
      </p:sp>
      <p:pic>
        <p:nvPicPr>
          <p:cNvPr id="10" name="Content Placeholder 9" descr="Screenshot (20)"/>
          <p:cNvPicPr>
            <a:picLocks noGrp="1" noChangeAspect="1"/>
          </p:cNvPicPr>
          <p:nvPr>
            <p:ph idx="1"/>
          </p:nvPr>
        </p:nvPicPr>
        <p:blipFill>
          <a:blip r:embed="rId3"/>
          <a:srcRect t="6184" b="7258"/>
          <a:stretch>
            <a:fillRect/>
          </a:stretch>
        </p:blipFill>
        <p:spPr>
          <a:xfrm>
            <a:off x="1911985" y="1853565"/>
            <a:ext cx="8684260" cy="4871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shot (21)"/>
          <p:cNvPicPr>
            <a:picLocks noGrp="1" noChangeAspect="1"/>
          </p:cNvPicPr>
          <p:nvPr>
            <p:ph idx="1"/>
          </p:nvPr>
        </p:nvPicPr>
        <p:blipFill>
          <a:blip r:embed="rId2"/>
          <a:srcRect t="6433" b="4933"/>
          <a:stretch>
            <a:fillRect/>
          </a:stretch>
        </p:blipFill>
        <p:spPr>
          <a:xfrm>
            <a:off x="325120" y="248920"/>
            <a:ext cx="11665585" cy="6280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048000" y="364490"/>
            <a:ext cx="6096000" cy="674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4000" b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APPLICATIONS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38200" y="1337310"/>
            <a:ext cx="5732145" cy="5088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Natural Disasters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Public Health Emergencies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Industrial Accidents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Cybersecurity Incidents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Terrorism and Security Threats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Environmental Crises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Financial Crises</a:t>
            </a:r>
            <a:endParaRPr lang="en-US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Social Unrest or Humanitarian crisis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2150" y="1212850"/>
            <a:ext cx="4105910" cy="4670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6730" y="252095"/>
            <a:ext cx="67367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sz="40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ASSOCIATED </a:t>
            </a:r>
            <a:endParaRPr lang="en-IN" sz="36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6325" y="958850"/>
            <a:ext cx="9705975" cy="4847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User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Data Security and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Scalability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Technical Glitches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Accessibility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Resource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Regulatory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Communication Bottlenecks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User Training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2760" y="3689350"/>
            <a:ext cx="4698365" cy="2778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6980" y="251893"/>
            <a:ext cx="91955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FUTURE SCOPE AND DEVELOPMENT 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200" y="1335405"/>
            <a:ext cx="5181600" cy="4841875"/>
          </a:xfrm>
        </p:spPr>
        <p:txBody>
          <a:bodyPr>
            <a:normAutofit lnSpcReduction="10000"/>
          </a:bodyPr>
          <a:lstStyle/>
          <a:p>
            <a:r>
              <a:rPr lang="en-IN" sz="2900" dirty="0"/>
              <a:t>Expansion Plans</a:t>
            </a:r>
          </a:p>
          <a:p>
            <a:r>
              <a:rPr lang="en-IN" sz="2900" dirty="0"/>
              <a:t>Tech Integration</a:t>
            </a:r>
          </a:p>
          <a:p>
            <a:r>
              <a:rPr lang="en-IN" sz="2900" dirty="0"/>
              <a:t>Partnerships</a:t>
            </a:r>
          </a:p>
          <a:p>
            <a:r>
              <a:rPr lang="en-IN" sz="2900" dirty="0"/>
              <a:t>Mobile Apps</a:t>
            </a:r>
          </a:p>
          <a:p>
            <a:r>
              <a:rPr lang="en-IN" sz="2900" dirty="0"/>
              <a:t>Predictive Models</a:t>
            </a:r>
          </a:p>
          <a:p>
            <a:r>
              <a:rPr lang="en-IN" sz="2900" dirty="0"/>
              <a:t>Community Involvement</a:t>
            </a:r>
          </a:p>
          <a:p>
            <a:r>
              <a:rPr lang="en-IN" sz="2900" dirty="0"/>
              <a:t>Training Modules</a:t>
            </a:r>
          </a:p>
          <a:p>
            <a:r>
              <a:rPr lang="en-IN" sz="2900" dirty="0"/>
              <a:t>Global Outreach</a:t>
            </a:r>
          </a:p>
          <a:p>
            <a:r>
              <a:rPr lang="en-IN" sz="2900" dirty="0"/>
              <a:t>Innovation Drive</a:t>
            </a:r>
          </a:p>
          <a:p>
            <a:r>
              <a:rPr lang="en-IN" sz="2900" dirty="0"/>
              <a:t>R&amp;D Initiatives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18430" y="1334770"/>
            <a:ext cx="6677025" cy="5015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6927" y="251893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03960" y="959485"/>
            <a:ext cx="9829800" cy="405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3600"/>
              <a:t>Our website endeavors to harness the potential of technology, engage youth participation, and foster collaborative initiatives to fortify community safety and security, thereby contributing to the collective resilience and well-being of society.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87775" y="3914140"/>
            <a:ext cx="4429125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6927" y="251893"/>
            <a:ext cx="6098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"/>
              </a:spcAft>
              <a:tabLst>
                <a:tab pos="2028190" algn="l"/>
              </a:tabLst>
            </a:pPr>
            <a:r>
              <a:rPr lang="en-US" sz="40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IN" sz="36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8505" y="1172210"/>
            <a:ext cx="10808970" cy="43884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IN" sz="3200" dirty="0">
                <a:ln/>
                <a:solidFill>
                  <a:schemeClr val="tx1"/>
                </a:solidFill>
                <a:effectLst/>
              </a:rPr>
              <a:t>BOOK : "The Resilient City: How Modern Cities Recover from Disaster" by Lawrence J. Vale and Thomas J. Campanella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IN" sz="3200" dirty="0">
                <a:ln/>
                <a:solidFill>
                  <a:schemeClr val="tx1"/>
                </a:solidFill>
                <a:effectLst/>
              </a:rPr>
              <a:t>WEBSITE : Federal Emergency Management Agency (FEMA) - www.fema.gov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IN" sz="3200" dirty="0">
                <a:ln/>
                <a:solidFill>
                  <a:schemeClr val="tx1"/>
                </a:solidFill>
                <a:effectLst/>
              </a:rPr>
              <a:t>MAGAZINE : Journal of Emergency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IN" sz="3200" dirty="0">
                <a:ln/>
                <a:solidFill>
                  <a:schemeClr val="tx1"/>
                </a:solidFill>
                <a:effectLst/>
              </a:rPr>
              <a:t>AI TOOLS : ChatGPT - https://chat.openai.com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3467" y="1725083"/>
            <a:ext cx="10905066" cy="3407833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"/>
            <a:ext cx="645459" cy="755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444</Words>
  <Application>WPS Presentation</Application>
  <PresentationFormat>Custom</PresentationFormat>
  <Paragraphs>123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Office Theme</vt:lpstr>
      <vt:lpstr>2_Office Theme</vt:lpstr>
      <vt:lpstr>4_Office Theme</vt:lpstr>
      <vt:lpstr>7_Office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Bhargavi K</dc:creator>
  <cp:lastModifiedBy>user</cp:lastModifiedBy>
  <cp:revision>31</cp:revision>
  <dcterms:created xsi:type="dcterms:W3CDTF">2020-07-24T04:49:00Z</dcterms:created>
  <dcterms:modified xsi:type="dcterms:W3CDTF">2024-07-22T17:40:27Z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706F925BAAFD4940BF283DD80F40F05B_13</vt:lpwstr>
  </property>
  <property fmtid="{D5CDD505-2E9C-101B-9397-08002B2CF9AE}" pid="3" name="KSOProductBuildVer">
    <vt:lpwstr>1033-12.2.0.13489</vt:lpwstr>
  </property>
</Properties>
</file>